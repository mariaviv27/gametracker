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  <p:embeddedFont>
      <p:font typeface="Maven Pro"/>
      <p:regular r:id="rId21"/>
      <p:bold r:id="rId22"/>
    </p:embeddedFont>
    <p:embeddedFont>
      <p:font typeface="Roboto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22" Type="http://schemas.openxmlformats.org/officeDocument/2006/relationships/font" Target="fonts/MavenPro-bold.fntdata"/><Relationship Id="rId21" Type="http://schemas.openxmlformats.org/officeDocument/2006/relationships/font" Target="fonts/MavenPro-regular.fntdata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regular.fntdata"/><Relationship Id="rId16" Type="http://schemas.openxmlformats.org/officeDocument/2006/relationships/slide" Target="slides/slide11.xml"/><Relationship Id="rId19" Type="http://schemas.openxmlformats.org/officeDocument/2006/relationships/font" Target="fonts/Nunito-italic.fntdata"/><Relationship Id="rId18" Type="http://schemas.openxmlformats.org/officeDocument/2006/relationships/font" Target="fonts/Nuni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b47fc1f8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b47fc1f8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b47fc1f8cb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b47fc1f8cb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b47fc1f8cb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b47fc1f8cb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b47fc1f8cb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b47fc1f8cb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b47fc1f8cb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b47fc1f8cb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b47fc1f8cb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b47fc1f8cb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b47fc1f8cb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b47fc1f8cb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b47fc1f8cb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b47fc1f8cb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b47fc1f8cb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b47fc1f8cb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b47fc1f8cb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b47fc1f8cb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Gametracker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María Vivar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 principal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700"/>
              <a:t>Desarrollar una aplicación web llamada </a:t>
            </a:r>
            <a:r>
              <a:rPr b="1" lang="es" sz="1700"/>
              <a:t>GameTracker</a:t>
            </a:r>
            <a:r>
              <a:rPr lang="es" sz="1700"/>
              <a:t> que permita a los usuarios </a:t>
            </a:r>
            <a:r>
              <a:rPr b="1" lang="es" sz="1700"/>
              <a:t>registrar, calificar y analizar los videojuegos que han jugado</a:t>
            </a:r>
            <a:r>
              <a:rPr lang="es" sz="1700"/>
              <a:t>, ofreciendo estadísticas personalizadas, </a:t>
            </a:r>
            <a:r>
              <a:rPr b="1" lang="es" sz="1700"/>
              <a:t>enriquecidas con datos reales</a:t>
            </a:r>
            <a:r>
              <a:rPr lang="es" sz="1700"/>
              <a:t> obtenidos de una API pública de videojuegos.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Funcionalidades, APIs y modelo de datos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597875"/>
            <a:ext cx="3430500" cy="32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Funcionalidades principales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Registro y login de usuarios, Incluido login con GitHub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CRUD completo de videojuegos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Calificación y comentarios personales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Estadísticas personalizadas: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Media de puntuaciones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Horas totales jugadas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juegos jugados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Visualización de datos reales de videojuegos</a:t>
            </a:r>
            <a:endParaRPr/>
          </a:p>
        </p:txBody>
      </p:sp>
      <p:sp>
        <p:nvSpPr>
          <p:cNvPr id="291" name="Google Shape;291;p15"/>
          <p:cNvSpPr txBox="1"/>
          <p:nvPr>
            <p:ph idx="2" type="body"/>
          </p:nvPr>
        </p:nvSpPr>
        <p:spPr>
          <a:xfrm>
            <a:off x="4903800" y="1597875"/>
            <a:ext cx="3430500" cy="30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APIs utilizadas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REST propia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(Node.js + Python)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externa RAWG / IGDB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Información del juego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Fecha de lanzamiento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Géneros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Imágenes y descripción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Modelo de datos (MongoDB)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información de usuario y autenticación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UserGames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videojuegos de cada usuario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Games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juegos globales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Arquitectura y tecnologías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6"/>
          <p:cNvSpPr txBox="1"/>
          <p:nvPr>
            <p:ph idx="1" type="body"/>
          </p:nvPr>
        </p:nvSpPr>
        <p:spPr>
          <a:xfrm>
            <a:off x="1303800" y="1424575"/>
            <a:ext cx="3430500" cy="29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Gateway (Node.js – Express)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Punto de entrada únic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Redirige peticiones a: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node_service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gestión de juegos y usuarios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python_service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análisis y estadísti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Microservicio Node.js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CRUD de videojuegos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de usuarios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Conexión directa a MongoDB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Lógica principal de negocio</a:t>
            </a:r>
            <a:endParaRPr/>
          </a:p>
        </p:txBody>
      </p:sp>
      <p:sp>
        <p:nvSpPr>
          <p:cNvPr id="298" name="Google Shape;298;p16"/>
          <p:cNvSpPr txBox="1"/>
          <p:nvPr>
            <p:ph idx="2" type="body"/>
          </p:nvPr>
        </p:nvSpPr>
        <p:spPr>
          <a:xfrm>
            <a:off x="4903800" y="1424575"/>
            <a:ext cx="3430500" cy="38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Microservicio Python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Procesamiento de datos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Cálculo de: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Horas totales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Media de puntuaciones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Juegos jugados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REST independiente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b="1" lang="e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HTML5 + CSS + JavaScript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es" sz="1100"/>
              <a:t>Arquitectura MPA</a:t>
            </a:r>
            <a:endParaRPr sz="11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es" sz="1100"/>
              <a:t>Renderizado en cliente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BBDD: Mongodb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hay despliegue en la nube</a:t>
            </a:r>
            <a:endParaRPr b="1"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Lecciones aprendidas y aspectos destacados</a:t>
            </a:r>
            <a:endParaRPr/>
          </a:p>
        </p:txBody>
      </p:sp>
      <p:sp>
        <p:nvSpPr>
          <p:cNvPr id="304" name="Google Shape;304;p17"/>
          <p:cNvSpPr txBox="1"/>
          <p:nvPr>
            <p:ph idx="1" type="body"/>
          </p:nvPr>
        </p:nvSpPr>
        <p:spPr>
          <a:xfrm>
            <a:off x="1303800" y="1597875"/>
            <a:ext cx="3430500" cy="31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Lecciones aprendidas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Diseño y consumo de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APIs REST reales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Comunicación entre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microservicios heterogéneos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(Node + Python)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Integración de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APIs externas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de errores y validaciones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Cómo dividir una aplicación en microservicios reales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Uso de un API Gateway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de variables de entorno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7"/>
          <p:cNvSpPr txBox="1"/>
          <p:nvPr>
            <p:ph idx="2" type="body"/>
          </p:nvPr>
        </p:nvSpPr>
        <p:spPr>
          <a:xfrm>
            <a:off x="4903800" y="1597875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Aspectos avanzados a destacar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Separación real entre lógica de negocio y análisis de datos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Uso de un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Gateway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Arquitectura fácilmente ampliable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Código organizado por responsabilidades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 iniciar 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sesión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Funcionalidades añadidas para usuarios administradores.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Porque merece una buena nota</a:t>
            </a:r>
            <a:endParaRPr/>
          </a:p>
        </p:txBody>
      </p:sp>
      <p:sp>
        <p:nvSpPr>
          <p:cNvPr id="311" name="Google Shape;311;p1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Aplica conceptos de la </a:t>
            </a:r>
            <a:r>
              <a:rPr b="1" lang="es"/>
              <a:t>asignatura </a:t>
            </a:r>
            <a:r>
              <a:rPr lang="es"/>
              <a:t>de forma </a:t>
            </a:r>
            <a:r>
              <a:rPr b="1" lang="es"/>
              <a:t>completa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s"/>
              <a:t>No es solo CRUD:</a:t>
            </a:r>
            <a:r>
              <a:rPr lang="es"/>
              <a:t> incluye </a:t>
            </a:r>
            <a:r>
              <a:rPr b="1" lang="es"/>
              <a:t>análisis</a:t>
            </a:r>
            <a:r>
              <a:rPr lang="es"/>
              <a:t>, </a:t>
            </a:r>
            <a:r>
              <a:rPr b="1" lang="es"/>
              <a:t>estadísticas </a:t>
            </a:r>
            <a:r>
              <a:rPr lang="es"/>
              <a:t>y </a:t>
            </a:r>
            <a:r>
              <a:rPr b="1" lang="es"/>
              <a:t>recomendaciones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Arquitectura </a:t>
            </a:r>
            <a:r>
              <a:rPr b="1" lang="es"/>
              <a:t>clara</a:t>
            </a:r>
            <a:r>
              <a:rPr lang="es"/>
              <a:t>, </a:t>
            </a:r>
            <a:r>
              <a:rPr b="1" lang="es"/>
              <a:t>modular </a:t>
            </a:r>
            <a:r>
              <a:rPr lang="es"/>
              <a:t>y bien </a:t>
            </a:r>
            <a:r>
              <a:rPr b="1" lang="es"/>
              <a:t>justificada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Uso combinado de </a:t>
            </a:r>
            <a:r>
              <a:rPr b="1" lang="es"/>
              <a:t>tecnologías actuales</a:t>
            </a:r>
            <a:r>
              <a:rPr lang="es"/>
              <a:t> (Node.js + Python)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Buen equilibrio entre </a:t>
            </a:r>
            <a:r>
              <a:rPr b="1" lang="es"/>
              <a:t>complejidad </a:t>
            </a:r>
            <a:r>
              <a:rPr lang="es"/>
              <a:t>y </a:t>
            </a:r>
            <a:r>
              <a:rPr b="1" lang="es"/>
              <a:t>funcionalidad</a:t>
            </a:r>
            <a:endParaRPr b="1"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Se incluye la posibilidad de </a:t>
            </a:r>
            <a:r>
              <a:rPr b="1" lang="es"/>
              <a:t>iniciar sesion</a:t>
            </a:r>
            <a:r>
              <a:rPr lang="es"/>
              <a:t> con tu cuenta de </a:t>
            </a:r>
            <a:r>
              <a:rPr b="1" lang="es"/>
              <a:t>github</a:t>
            </a:r>
            <a:r>
              <a:rPr lang="es"/>
              <a:t>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Demo</a:t>
            </a:r>
            <a:endParaRPr/>
          </a:p>
        </p:txBody>
      </p:sp>
      <p:sp>
        <p:nvSpPr>
          <p:cNvPr id="317" name="Google Shape;317;p1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8" name="Google Shape;3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063" y="1365375"/>
            <a:ext cx="3590925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3850" y="1546350"/>
            <a:ext cx="36004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6" name="Google Shape;32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3490"/>
            <a:ext cx="9144002" cy="3474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913" y="3949113"/>
            <a:ext cx="3762375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4688" y="3944338"/>
            <a:ext cx="3914775" cy="11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0"/>
          <p:cNvSpPr txBox="1"/>
          <p:nvPr/>
        </p:nvSpPr>
        <p:spPr>
          <a:xfrm>
            <a:off x="719875" y="3679825"/>
            <a:ext cx="6263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Admin</a:t>
            </a:r>
            <a:r>
              <a:rPr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0" name="Google Shape;330;p20"/>
          <p:cNvSpPr txBox="1"/>
          <p:nvPr/>
        </p:nvSpPr>
        <p:spPr>
          <a:xfrm>
            <a:off x="4572000" y="3679825"/>
            <a:ext cx="456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No </a:t>
            </a:r>
            <a:r>
              <a:rPr b="1"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admin</a:t>
            </a:r>
            <a:r>
              <a:rPr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1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7" name="Google Shape;33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100" y="566725"/>
            <a:ext cx="4152900" cy="401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1"/>
          <p:cNvSpPr txBox="1"/>
          <p:nvPr/>
        </p:nvSpPr>
        <p:spPr>
          <a:xfrm>
            <a:off x="382775" y="181825"/>
            <a:ext cx="6263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Juego global: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5000" y="819550"/>
            <a:ext cx="4465925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1"/>
          <p:cNvSpPr txBox="1"/>
          <p:nvPr/>
        </p:nvSpPr>
        <p:spPr>
          <a:xfrm>
            <a:off x="4873825" y="181825"/>
            <a:ext cx="4217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Juego Usuario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7" name="Google Shape;34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07035"/>
            <a:ext cx="9144001" cy="3529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Conclusiones</a:t>
            </a:r>
            <a:endParaRPr/>
          </a:p>
        </p:txBody>
      </p:sp>
      <p:sp>
        <p:nvSpPr>
          <p:cNvPr id="353" name="Google Shape;353;p23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GameTracker es una aplicación web basada en microservicios que demuestra el uso de </a:t>
            </a:r>
            <a:r>
              <a:rPr b="1"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APIs REST, análisis de datos y arquitectura distribuida</a:t>
            </a:r>
            <a:r>
              <a:rPr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con una base sólida para futuras ampliaciones. Tiene diferentes </a:t>
            </a:r>
            <a:r>
              <a:rPr b="1"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funcionalidades </a:t>
            </a:r>
            <a:r>
              <a:rPr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 no había usado antes como el uso de microservicios con </a:t>
            </a:r>
            <a:r>
              <a:rPr b="1"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distintos lenguajes</a:t>
            </a:r>
            <a:r>
              <a:rPr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el uso del inicio de </a:t>
            </a:r>
            <a:r>
              <a:rPr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sesión</a:t>
            </a:r>
            <a:r>
              <a:rPr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b="1"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 </a:t>
            </a:r>
            <a:r>
              <a:rPr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el uso de </a:t>
            </a:r>
            <a:r>
              <a:rPr b="1"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apis externas</a:t>
            </a:r>
            <a:r>
              <a:rPr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sacar datos.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